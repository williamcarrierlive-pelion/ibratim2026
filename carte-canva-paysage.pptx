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400446" cy="35999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3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to-paysage-dro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10" y="0"/>
            <a:ext cx="2231136" cy="3599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0750" y="3033064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F4ECD8"/>
                </a:solidFill>
                <a:latin typeface="Cormorant Garamond"/>
              </a:rPr>
              <a:t>Le jour où nous</a:t>
            </a:r>
          </a:p>
          <a:p>
            <a:pPr algn="ctr">
              <a:lnSpc>
                <a:spcPct val="135000"/>
              </a:lnSpc>
            </a:pPr>
            <a:r>
              <a:rPr sz="1050" b="0" i="1">
                <a:solidFill>
                  <a:srgbClr val="F4ECD8"/>
                </a:solidFill>
                <a:latin typeface="Cormorant Garamond"/>
              </a:rPr>
              <a:t>dirons oui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27121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300">
                <a:solidFill>
                  <a:srgbClr val="E8C34D"/>
                </a:solidFill>
                <a:latin typeface="Playfair Display"/>
              </a:rPr>
              <a:t>WEDDING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27121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60" b="0" i="0" spc="180">
                <a:solidFill>
                  <a:srgbClr val="F4ECD8"/>
                </a:solidFill>
                <a:latin typeface="Montserrat"/>
              </a:rPr>
              <a:t>ÉDITION SPÉCIALE — ABIDJAN, CÔTE D’IVOIRE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6015" y="1042415"/>
            <a:ext cx="109728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16347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1">
                <a:solidFill>
                  <a:srgbClr val="F4ECD8"/>
                </a:solidFill>
                <a:latin typeface="Cormorant Garamond"/>
              </a:rPr>
              <a:t>« Notre bonheur pour toujours</a:t>
            </a:r>
          </a:p>
          <a:p>
            <a:pPr algn="ctr">
              <a:lnSpc>
                <a:spcPct val="140000"/>
              </a:lnSpc>
            </a:pPr>
            <a:r>
              <a:rPr sz="1150" b="0" i="1">
                <a:solidFill>
                  <a:srgbClr val="F4ECD8"/>
                </a:solidFill>
                <a:latin typeface="Cormorant Garamond"/>
              </a:rPr>
              <a:t>commence ici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810512"/>
            <a:ext cx="271211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E8C34D"/>
                </a:solidFill>
                <a:latin typeface="Allura"/>
              </a:rPr>
              <a:t>I &amp;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395728"/>
            <a:ext cx="271211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260">
                <a:solidFill>
                  <a:srgbClr val="FFFFFF"/>
                </a:solidFill>
                <a:latin typeface="Montserrat"/>
              </a:rPr>
              <a:t>IBRAHIM  ·  FATIM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651760"/>
            <a:ext cx="271211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0" i="0" spc="200">
                <a:solidFill>
                  <a:srgbClr val="F4ECD8"/>
                </a:solidFill>
                <a:latin typeface="Montserrat"/>
              </a:rPr>
              <a:t>ÉDITION SEPTEMBRE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852928"/>
            <a:ext cx="27121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E8C34D"/>
                </a:solidFill>
                <a:latin typeface="Allura"/>
              </a:rPr>
              <a:t>#Ibratim2026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ont-ado-f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8472"/>
            <a:ext cx="5400446" cy="731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5217566" cy="3417112"/>
          </a:xfrm>
          <a:prstGeom prst="rect">
            <a:avLst/>
          </a:prstGeom>
          <a:noFill/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64008"/>
            <a:ext cx="457200" cy="467868"/>
          </a:xfrm>
          <a:prstGeom prst="rect">
            <a:avLst/>
          </a:prstGeom>
        </p:spPr>
      </p:pic>
      <p:pic>
        <p:nvPicPr>
          <p:cNvPr id="5" name="Picture 4" descr="coin-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64008"/>
            <a:ext cx="457200" cy="467868"/>
          </a:xfrm>
          <a:prstGeom prst="rect">
            <a:avLst/>
          </a:prstGeom>
        </p:spPr>
      </p:pic>
      <p:pic>
        <p:nvPicPr>
          <p:cNvPr id="6" name="Picture 5" descr="coin-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" y="3078784"/>
            <a:ext cx="457200" cy="467868"/>
          </a:xfrm>
          <a:prstGeom prst="rect">
            <a:avLst/>
          </a:prstGeom>
        </p:spPr>
      </p:pic>
      <p:pic>
        <p:nvPicPr>
          <p:cNvPr id="7" name="Picture 6" descr="coin-b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238" y="3078784"/>
            <a:ext cx="457200" cy="467868"/>
          </a:xfrm>
          <a:prstGeom prst="rect">
            <a:avLst/>
          </a:prstGeom>
        </p:spPr>
      </p:pic>
      <p:pic>
        <p:nvPicPr>
          <p:cNvPr id="8" name="Picture 7" descr="laur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182880"/>
            <a:ext cx="868680" cy="6988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" y="45720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2617"/>
                </a:solidFill>
                <a:latin typeface="Playfair Display"/>
              </a:rPr>
              <a:t>Fatim &amp; Ibrahim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042415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520" b="0" i="0" spc="180">
                <a:solidFill>
                  <a:srgbClr val="6D5A2A"/>
                </a:solidFill>
                <a:latin typeface="Montserrat"/>
              </a:rPr>
              <a:t>ONT L’HONNEUR DE VOUS CONVIER</a:t>
            </a:r>
          </a:p>
          <a:p>
            <a:pPr algn="ctr">
              <a:lnSpc>
                <a:spcPct val="145000"/>
              </a:lnSpc>
            </a:pPr>
            <a:r>
              <a:rPr sz="520" b="0" i="0" spc="180">
                <a:solidFill>
                  <a:srgbClr val="6D5A2A"/>
                </a:solidFill>
                <a:latin typeface="Montserrat"/>
              </a:rPr>
              <a:t>À LA CÉLÉBRATION DE LEUR MARIAGE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71600"/>
            <a:ext cx="223113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760" b="0" i="1">
                <a:solidFill>
                  <a:srgbClr val="4A3D22"/>
                </a:solidFill>
                <a:latin typeface="Cormorant Garamond"/>
              </a:rPr>
              <a:t>Notre histoire ne commence pas ce jour-là. Elle est le fruit d’une rencontre, d’une amitié devenue amour et d’un engagement choisi chaque jour. C’est avec une immense joie que nous vous invitons à partager ce moment unique, entourés de ceux qui comptent le plus pour nous.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60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A8842A"/>
                </a:solidFill>
                <a:latin typeface="Playfair Display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48640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" b="0" i="0" spc="160">
                <a:solidFill>
                  <a:srgbClr val="2E2617"/>
                </a:solidFill>
                <a:latin typeface="Montserrat"/>
              </a:rPr>
              <a:t>SEPTEMBRE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858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60" b="0" i="1">
                <a:solidFill>
                  <a:srgbClr val="4A3D22"/>
                </a:solidFill>
                <a:latin typeface="Cormorant Garamond"/>
              </a:rPr>
              <a:t>Cérémonie religieuse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560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A8842A"/>
                </a:solidFill>
                <a:latin typeface="Playfair Display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548640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" b="0" i="0" spc="160">
                <a:solidFill>
                  <a:srgbClr val="2E2617"/>
                </a:solidFill>
                <a:latin typeface="Montserrat"/>
              </a:rPr>
              <a:t>SEPTEMBRE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68580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760" b="0" i="1">
                <a:solidFill>
                  <a:srgbClr val="4A3D22"/>
                </a:solidFill>
                <a:latin typeface="Cormorant Garamond"/>
              </a:rPr>
              <a:t>Cérémonie civile</a:t>
            </a:r>
          </a:p>
          <a:p>
            <a:pPr algn="ctr">
              <a:lnSpc>
                <a:spcPct val="120000"/>
              </a:lnSpc>
            </a:pPr>
            <a:r>
              <a:rPr sz="760" b="0" i="1">
                <a:solidFill>
                  <a:srgbClr val="4A3D22"/>
                </a:solidFill>
                <a:latin typeface="Cormorant Garamond"/>
              </a:rPr>
              <a:t>&amp; réception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13632" y="292608"/>
            <a:ext cx="635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1704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80">
                <a:solidFill>
                  <a:srgbClr val="A8842A"/>
                </a:solidFill>
                <a:latin typeface="Playfair Display"/>
              </a:rPr>
              <a:t>PAVILLON LOTUS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3716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D22"/>
                </a:solidFill>
                <a:latin typeface="Cormorant Garamond"/>
              </a:rPr>
              <a:t>Riviera M’Pouto, Cocody</a:t>
            </a:r>
          </a:p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D22"/>
                </a:solidFill>
                <a:latin typeface="Cormorant Garamond"/>
              </a:rPr>
              <a:t>Abidjan, Côte d’Ivoire</a:t>
            </a:r>
          </a:p>
        </p:txBody>
      </p:sp>
      <p:pic>
        <p:nvPicPr>
          <p:cNvPr id="21" name="Picture 20" descr="pavillon-arch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0" y="1115568"/>
            <a:ext cx="896112" cy="62179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743200" y="1874519"/>
            <a:ext cx="603504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4348" y="1915668"/>
            <a:ext cx="521207" cy="5212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74720" y="1856231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500" b="1" i="0" spc="160">
                <a:solidFill>
                  <a:srgbClr val="A8842A"/>
                </a:solidFill>
                <a:latin typeface="Montserrat"/>
              </a:rPr>
              <a:t>SCANNEZ POUR CONFIRMER</a:t>
            </a:r>
          </a:p>
          <a:p>
            <a:pPr algn="l">
              <a:lnSpc>
                <a:spcPct val="135000"/>
              </a:lnSpc>
            </a:pPr>
            <a:r>
              <a:rPr sz="500" b="1" i="0" spc="160">
                <a:solidFill>
                  <a:srgbClr val="A8842A"/>
                </a:solidFill>
                <a:latin typeface="Montserrat"/>
              </a:rPr>
              <a:t>VOTRE PRÉSENCE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12140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40" b="0" i="0">
                <a:solidFill>
                  <a:srgbClr val="2E2617"/>
                </a:solidFill>
                <a:latin typeface="Cormorant Garamond"/>
              </a:rPr>
              <a:t>et découvrir tous les détails</a:t>
            </a:r>
          </a:p>
          <a:p>
            <a:pPr algn="l">
              <a:lnSpc>
                <a:spcPct val="125000"/>
              </a:lnSpc>
            </a:pPr>
            <a:r>
              <a:rPr sz="740" b="0" i="0">
                <a:solidFill>
                  <a:srgbClr val="2E2617"/>
                </a:solidFill>
                <a:latin typeface="Cormorant Garamond"/>
              </a:rPr>
              <a:t>de notre célébration.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450592"/>
            <a:ext cx="1481328" cy="201168"/>
          </a:xfrm>
          <a:prstGeom prst="rect">
            <a:avLst/>
          </a:prstGeom>
          <a:solidFill>
            <a:srgbClr val="FFFDF6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spc="140">
                <a:solidFill>
                  <a:srgbClr val="2E2617"/>
                </a:solidFill>
                <a:latin typeface="Montserrat"/>
              </a:rPr>
              <a:t>Code d’accès : IBRATIM2026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